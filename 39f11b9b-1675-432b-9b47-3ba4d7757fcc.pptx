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ER-Model-ER-Diagram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ER-Model-ER-Diagram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ER-Model-ER-Diagram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ER-Model-ER-Diagram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ER-Model-ER-Diagram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ER-Model-ER-Diagram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ER-Model-ER-Diagram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ER-Model-ER-Diagram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ER-Model-ER-Diagram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ER-Model-ER-Diagram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ER-Model-ER-Diagram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ER-Model-ER-Diagram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ER-Model-ER-Diagram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ER-Model-ER-Diagram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ER-Model-ER-Diagram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ER-Model-ER-Diagram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ER-Model-ER-Diagram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ER-Model-ER-Diagram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ER-Model-ER-Diagram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ER-Model-ER-Diagram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ER-Model-ER-Diagram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ER-Model-ER-Diagram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ER-Model-ER-Diagram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ER-Model-ER-Diagram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ER-Model-ER-Diagram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ER-Model-ER-Diagram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ER-Model-ER-Diagram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ER-Model-ER-Diagram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ER-Model-ER-Diagram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ER-Model-ER-Diagram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ER-Model-ER-Diagram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ER-Model-ER-Diagram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ER-Model-ER-Diagram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ER-Model-ER-Diagram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ER-Model-ER-Diagram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ER-Model-ER-Diagram-3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ER-Model-ER-Diagram-3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-ER-Model-ER-Diagram-3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-ER-Model-ER-Diagram-3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